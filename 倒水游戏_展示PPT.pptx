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315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🧪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倒水游戏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Sort Puzzle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A7A"/>
                </a:solidFill>
              </a:rPr>
              <a:t>2026湖南省大学生数字媒体创意设计大赛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</a:rPr>
              <a:t>B3 数字交互设计类 · 微信小游戏 / HTML5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游戏概述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倒水游戏是一款基于 HTML5 Canvas 的益智解谜游戏。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玩家通过点击试管将彩色水倒入目标管中，目标是将所有相同颜色的水集中到同一根试管。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 JavaScript 单文件实现，不依赖任何第三方框架，1400+ 行代码，无需安装即可在浏览器中运行。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点击倒水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直观的点击选择/倒水操作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32004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撤销系统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完整的操作栈，支持无限撤销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精致渲染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Canvas 手绘玻璃试管 + 水特效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320040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3246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3703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40233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7A"/>
                </a:solidFill>
              </a:rPr>
              <a:t>闯关 / 经典 / 盲盒 / 变容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2026湖南省大学生数字媒体创意设计大赛 · B3数字交互设计类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核心玩法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操作流程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点击试管 → 选中（出现光晕 + 浮空）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点击另一根试管 → 执行倒水动画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动画：源管飞到目标上方 → 倾斜倒水 → 回正 → 归位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倒水特效：水流、液滴、飞溅、波纹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集齐同色 → 瓶盖自动盖上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全部完成 → 通关！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游戏规则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源管不能为空，目标管必须有空位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目标顶层颜色必须与源管相同（或为空）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每管默认容量 4 层（变容模式 4-7）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全部单色或全空 = 通关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步数计数 + Ctrl+Z 撤销 + R 重来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拖拽自由移动管子位置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2026湖南省大学生数字媒体创意设计大赛 · B3数字交互设计类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特色功能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盲盒模式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底部水层被彩虹流彩遮挡，上层倒空后逐层揭示，考验记忆力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 变容模式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每管容量不同(4-7层)，必须将颜色倒入容量匹配的管子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  拖拽系统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自由拖拽移动试管到任意位置，松手弹开到最近空地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关卡自制器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可视化编辑 + 盲盒/变容设置 + 可解性检测(DFS)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  84经典关卡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6档难度分组，从入门(4管)到大师(16管)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  加管子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卡关时随时加空管降低难度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2026湖南省大学生数字媒体创意设计大赛 · B3数字交互设计类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视觉设计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简约清新风格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05156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暖白底色(#F7F5F0) + 柔和马卡龙色板(16色)，干净利落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09928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玻璃试管渲染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709928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手绘直壁圆底试管，玻璃高光 + 内壁反光 + 底座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368296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动态水面特效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2368296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正弦波浪水面 + 内部涟漪 + 侧面折射反光，借鉴 Cocos 实现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26664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四阶段倒水动画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0266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移动→倾斜倒水→回正→归位，水流/液滴/飞溅/波纹全程绘制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85032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685032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盲盒彩虹流彩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3685032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隐藏层用 HSL 全色相循环渐变 + ? 标记，随时间流动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343400"/>
            <a:ext cx="2286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瓶盖 + 浮空选中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43434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完成即盖金色瓶盖，选中试管上浮 7px + 暖色光晕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2026湖南省大学生数字媒体创意设计大赛 · B3数字交互设计类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45920" cy="594360"/>
          </a:xfrm>
          <a:prstGeom prst="rect">
            <a:avLst/>
          </a:prstGeom>
          <a:solidFill>
            <a:srgbClr val="E8D5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渲染层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0972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2D · 自绘玻璃管 · 水特效 · 动画系统 · 拖拽交互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645920" cy="594360"/>
          </a:xfrm>
          <a:prstGeom prst="rect">
            <a:avLst/>
          </a:prstGeom>
          <a:solidFill>
            <a:srgbClr val="C8DCC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逻辑层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8288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倒水验证 · 撤销栈 · 通关检测 · 瓶盖判定 · 盲盒揭示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645920" cy="594360"/>
          </a:xfrm>
          <a:prstGeom prst="rect">
            <a:avLst/>
          </a:prstGeom>
          <a:solidFill>
            <a:srgbClr val="C8D0E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603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关卡生成(反向构造) · DFS可解性检测 · localStorage存储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645920" cy="594360"/>
          </a:xfrm>
          <a:prstGeom prst="rect">
            <a:avLst/>
          </a:prstGeom>
          <a:solidFill>
            <a:srgbClr val="E8D0D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91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音效层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32918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API 合成倒水声 · 无外部音频依赖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技术亮点：单文件 HTML · 纯 JavaScript · 零依赖 · 1400+ 行 · 兼容所有现代浏览器 · 支持触摸和鼠标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2026湖南省大学生数字媒体创意设计大赛 · B3数字交互设计类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C0B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反向构造关卡生成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716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从已解状态做随机合法倒水搅乱，天然保证有解，无需事后验证。1空管极限模式同样适用。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8288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盲盒记忆挑战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底部水层彩虹流彩遮挡，上层倒空前不可见/不可操作，逐层揭示增加记忆难度。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变容模式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9260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打破固定4层容量，每管2-8层可变，颜色总数=目标容量，装错即卡关，深度策略性。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实时水物理特效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7033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动态波浪水面、内部涟漪、侧面反光，借鉴 Cocos 游戏引擎效果，纯 Canvas 实现。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640080" cy="64008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1605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自制关卡系统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4805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可视化编辑器 + 盲盒/变容参数 + DFS可解性校验 + localStorage持久化，玩家即创作者。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7A"/>
                </a:solidFill>
              </a:rPr>
              <a:t>2026湖南省大学生数字媒体创意设计大赛 · B3数字交互设计类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✨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简约清新的益智挑战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丰富的游戏模式 — 闯关 / 经典 / 盲盒 / 变容 / 自制</a:t>
            </a:r>
            <a:endParaRPr lang="en-US" sz="1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精致的视觉效果 — 波浪水面 / 动态倒水 / 彩虹盲盒</a:t>
            </a:r>
            <a:endParaRPr lang="en-US" sz="1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完善的自制系统 — 可视化编辑 / 可解性检测 / 云端存储</a:t>
            </a:r>
            <a:endParaRPr lang="en-US" sz="16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零依赖纯前端 — 浏览器即开即玩 / 14KB 压缩后体积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4114800"/>
            <a:ext cx="2743200" cy="54864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扫码立即体验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倒水游戏 · Water Sort Puzzle</dc:title>
  <dc:subject>PptxGenJS Presentation</dc:subject>
  <dc:creator>倒水游戏团队</dc:creator>
  <cp:lastModifiedBy>倒水游戏团队</cp:lastModifiedBy>
  <cp:revision>1</cp:revision>
  <dcterms:created xsi:type="dcterms:W3CDTF">2026-06-21T08:38:57Z</dcterms:created>
  <dcterms:modified xsi:type="dcterms:W3CDTF">2026-06-21T08:38:57Z</dcterms:modified>
</cp:coreProperties>
</file>